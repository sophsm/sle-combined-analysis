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77724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8"/>
  </p:normalViewPr>
  <p:slideViewPr>
    <p:cSldViewPr snapToGrid="0">
      <p:cViewPr>
        <p:scale>
          <a:sx n="118" d="100"/>
          <a:sy n="118" d="100"/>
        </p:scale>
        <p:origin x="96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52B502-133A-464E-BB18-69C92058EA05}" type="datetimeFigureOut">
              <a:rPr lang="en-US" smtClean="0"/>
              <a:t>2/21/26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17725" y="1143000"/>
            <a:ext cx="2622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AF7AE9-711F-6649-9A90-AF7B910E6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704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AF7AE9-711F-6649-9A90-AF7B910E6BF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765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47ED6-6144-90CC-693B-58F20C726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6CF2BB-12C7-CECF-7F6C-F5B5E31495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0C0592-FE15-7D1B-2196-D5E11F0202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582C6-72FD-71EC-0D23-B136E0F5BC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AF7AE9-711F-6649-9A90-AF7B910E6BF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1232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496484"/>
            <a:ext cx="6606540" cy="3183467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4802717"/>
            <a:ext cx="5829300" cy="2207683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05991-6FE3-ED46-9EBE-413C208C89DF}" type="datetimeFigureOut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5D4785-27CC-3C45-9F89-1D33CB5D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7853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05991-6FE3-ED46-9EBE-413C208C89DF}" type="datetimeFigureOut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5D4785-27CC-3C45-9F89-1D33CB5D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383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279653"/>
            <a:ext cx="6703695" cy="3803649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119286"/>
            <a:ext cx="6703695" cy="2000249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05991-6FE3-ED46-9EBE-413C208C89DF}" type="datetimeFigureOut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5D4785-27CC-3C45-9F89-1D33CB5D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234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434167"/>
            <a:ext cx="330327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434167"/>
            <a:ext cx="330327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05991-6FE3-ED46-9EBE-413C208C89DF}" type="datetimeFigureOut">
              <a:rPr lang="en-US" smtClean="0"/>
              <a:t>2/21/26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5D4785-27CC-3C45-9F89-1D33CB5D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699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486835"/>
            <a:ext cx="670369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241551"/>
            <a:ext cx="3288089" cy="1098549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340100"/>
            <a:ext cx="3288089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241551"/>
            <a:ext cx="3304282" cy="1098549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340100"/>
            <a:ext cx="3304282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05991-6FE3-ED46-9EBE-413C208C89DF}" type="datetimeFigureOut">
              <a:rPr lang="en-US" smtClean="0"/>
              <a:t>2/21/26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5D4785-27CC-3C45-9F89-1D33CB5D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95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05991-6FE3-ED46-9EBE-413C208C89DF}" type="datetimeFigureOut">
              <a:rPr lang="en-US" smtClean="0"/>
              <a:t>2/21/26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5D4785-27CC-3C45-9F89-1D33CB5D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308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05991-6FE3-ED46-9EBE-413C208C89DF}" type="datetimeFigureOut">
              <a:rPr lang="en-US" smtClean="0"/>
              <a:t>2/21/26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5D4785-27CC-3C45-9F89-1D33CB5D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878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09600"/>
            <a:ext cx="2506801" cy="213360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316568"/>
            <a:ext cx="3934778" cy="6498167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2743200"/>
            <a:ext cx="2506801" cy="5082117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05991-6FE3-ED46-9EBE-413C208C89DF}" type="datetimeFigureOut">
              <a:rPr lang="en-US" smtClean="0"/>
              <a:t>2/21/26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5D4785-27CC-3C45-9F89-1D33CB5D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851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09600"/>
            <a:ext cx="2506801" cy="213360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316568"/>
            <a:ext cx="3934778" cy="6498167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2743200"/>
            <a:ext cx="2506801" cy="5082117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05991-6FE3-ED46-9EBE-413C208C89DF}" type="datetimeFigureOut">
              <a:rPr lang="en-US" smtClean="0"/>
              <a:t>2/21/26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5D4785-27CC-3C45-9F89-1D33CB5D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8640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05991-6FE3-ED46-9EBE-413C208C89DF}" type="datetimeFigureOut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5D4785-27CC-3C45-9F89-1D33CB5D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3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486833"/>
            <a:ext cx="1675924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486833"/>
            <a:ext cx="4930616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05991-6FE3-ED46-9EBE-413C208C89DF}" type="datetimeFigureOut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5D4785-27CC-3C45-9F89-1D33CB5D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9281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486835"/>
            <a:ext cx="670369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434167"/>
            <a:ext cx="670369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8475136"/>
            <a:ext cx="174879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905991-6FE3-ED46-9EBE-413C208C89DF}" type="datetimeFigureOut">
              <a:rPr lang="en-US" smtClean="0"/>
              <a:t>2/21/26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8475136"/>
            <a:ext cx="262318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8475136"/>
            <a:ext cx="174879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5D4785-27CC-3C45-9F89-1D33CB5D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232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A25356B1-4910-AF0A-5617-51193A5603BC}"/>
              </a:ext>
            </a:extLst>
          </p:cNvPr>
          <p:cNvGrpSpPr/>
          <p:nvPr/>
        </p:nvGrpSpPr>
        <p:grpSpPr>
          <a:xfrm>
            <a:off x="304818" y="165847"/>
            <a:ext cx="6831087" cy="8978153"/>
            <a:chOff x="1147501" y="159403"/>
            <a:chExt cx="6450424" cy="8477845"/>
          </a:xfrm>
        </p:grpSpPr>
        <p:pic>
          <p:nvPicPr>
            <p:cNvPr id="9" name="Picture 8" descr="A graph with purple and green dots&#10;&#10;AI-generated content may be incorrect.">
              <a:extLst>
                <a:ext uri="{FF2B5EF4-FFF2-40B4-BE49-F238E27FC236}">
                  <a16:creationId xmlns:a16="http://schemas.microsoft.com/office/drawing/2014/main" id="{E53AEAE3-F9EF-F9FB-4212-B2FA5D1902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59250" y="159404"/>
              <a:ext cx="2928133" cy="2661693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19597331-CED9-350F-5982-EF5E455612B7}"/>
                </a:ext>
              </a:extLst>
            </p:cNvPr>
            <p:cNvGrpSpPr/>
            <p:nvPr/>
          </p:nvGrpSpPr>
          <p:grpSpPr>
            <a:xfrm>
              <a:off x="1369570" y="3043958"/>
              <a:ext cx="6228355" cy="3982541"/>
              <a:chOff x="1310797" y="2653140"/>
              <a:chExt cx="6228355" cy="3982541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89BB9886-D214-2E2A-34B6-C87B91268B47}"/>
                  </a:ext>
                </a:extLst>
              </p:cNvPr>
              <p:cNvGrpSpPr/>
              <p:nvPr/>
            </p:nvGrpSpPr>
            <p:grpSpPr>
              <a:xfrm>
                <a:off x="1310797" y="2653140"/>
                <a:ext cx="6228355" cy="3982541"/>
                <a:chOff x="554490" y="3615271"/>
                <a:chExt cx="6113859" cy="3909330"/>
              </a:xfrm>
            </p:grpSpPr>
            <p:pic>
              <p:nvPicPr>
                <p:cNvPr id="11" name="Picture 10" descr="A screenshot of a computer screen&#10;&#10;AI-generated content may be incorrect.">
                  <a:extLst>
                    <a:ext uri="{FF2B5EF4-FFF2-40B4-BE49-F238E27FC236}">
                      <a16:creationId xmlns:a16="http://schemas.microsoft.com/office/drawing/2014/main" id="{35564584-A395-2E31-F1AA-AE72A4F3C5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4490" y="3615271"/>
                  <a:ext cx="5863996" cy="3909330"/>
                </a:xfrm>
                <a:prstGeom prst="rect">
                  <a:avLst/>
                </a:prstGeom>
              </p:spPr>
            </p:pic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B5D41E69-2864-0612-EE00-5FC93EE788BB}"/>
                    </a:ext>
                  </a:extLst>
                </p:cNvPr>
                <p:cNvSpPr/>
                <p:nvPr/>
              </p:nvSpPr>
              <p:spPr>
                <a:xfrm>
                  <a:off x="5414901" y="4515158"/>
                  <a:ext cx="1253448" cy="19449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pic>
            <p:nvPicPr>
              <p:cNvPr id="14" name="Picture 13" descr="A screenshot of a computer screen&#10;&#10;AI-generated content may be incorrect.">
                <a:extLst>
                  <a:ext uri="{FF2B5EF4-FFF2-40B4-BE49-F238E27FC236}">
                    <a16:creationId xmlns:a16="http://schemas.microsoft.com/office/drawing/2014/main" id="{EF8C5162-38E2-77EF-17F6-E1C6CB988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85855" t="27534" r="4739" b="28656"/>
              <a:stretch>
                <a:fillRect/>
              </a:stretch>
            </p:blipFill>
            <p:spPr>
              <a:xfrm>
                <a:off x="6185830" y="3055884"/>
                <a:ext cx="732381" cy="2274231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3053F8A-5190-50D8-A19B-66686E24CA98}"/>
                </a:ext>
              </a:extLst>
            </p:cNvPr>
            <p:cNvGrpSpPr/>
            <p:nvPr/>
          </p:nvGrpSpPr>
          <p:grpSpPr>
            <a:xfrm>
              <a:off x="1259249" y="7249228"/>
              <a:ext cx="6062596" cy="1388020"/>
              <a:chOff x="1220380" y="6671487"/>
              <a:chExt cx="6062596" cy="1388020"/>
            </a:xfrm>
          </p:grpSpPr>
          <p:pic>
            <p:nvPicPr>
              <p:cNvPr id="13" name="Picture 12" descr="A close-up of a chart&#10;&#10;AI-generated content may be incorrect.">
                <a:extLst>
                  <a:ext uri="{FF2B5EF4-FFF2-40B4-BE49-F238E27FC236}">
                    <a16:creationId xmlns:a16="http://schemas.microsoft.com/office/drawing/2014/main" id="{033674B8-A21B-15EB-531B-779E21FFF0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r="7049"/>
              <a:stretch>
                <a:fillRect/>
              </a:stretch>
            </p:blipFill>
            <p:spPr>
              <a:xfrm>
                <a:off x="1220380" y="6671487"/>
                <a:ext cx="5535802" cy="1388020"/>
              </a:xfrm>
              <a:prstGeom prst="rect">
                <a:avLst/>
              </a:prstGeom>
            </p:spPr>
          </p:pic>
          <p:pic>
            <p:nvPicPr>
              <p:cNvPr id="18" name="Picture 17" descr="A close-up of a chart&#10;&#10;AI-generated content may be incorrect.">
                <a:extLst>
                  <a:ext uri="{FF2B5EF4-FFF2-40B4-BE49-F238E27FC236}">
                    <a16:creationId xmlns:a16="http://schemas.microsoft.com/office/drawing/2014/main" id="{D82705AA-FD42-1E8A-E466-521B11F215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93540" r="41" b="50443"/>
              <a:stretch>
                <a:fillRect/>
              </a:stretch>
            </p:blipFill>
            <p:spPr>
              <a:xfrm>
                <a:off x="6900691" y="6694494"/>
                <a:ext cx="382285" cy="687861"/>
              </a:xfrm>
              <a:prstGeom prst="rect">
                <a:avLst/>
              </a:prstGeom>
            </p:spPr>
          </p:pic>
        </p:grpSp>
        <p:pic>
          <p:nvPicPr>
            <p:cNvPr id="22" name="Picture 21" descr="A graph of red and black dots&#10;&#10;AI-generated content may be incorrect.">
              <a:extLst>
                <a:ext uri="{FF2B5EF4-FFF2-40B4-BE49-F238E27FC236}">
                  <a16:creationId xmlns:a16="http://schemas.microsoft.com/office/drawing/2014/main" id="{C94ACEA0-E2F9-05A4-D486-B912ED5AD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356476" y="252080"/>
              <a:ext cx="3045680" cy="2680447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BA9F858-87FB-C24E-B6C2-D0686303BF5B}"/>
                </a:ext>
              </a:extLst>
            </p:cNvPr>
            <p:cNvSpPr txBox="1"/>
            <p:nvPr/>
          </p:nvSpPr>
          <p:spPr>
            <a:xfrm>
              <a:off x="1147501" y="159404"/>
              <a:ext cx="444137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E7549E6-5761-1704-5738-956799BF4D62}"/>
                </a:ext>
              </a:extLst>
            </p:cNvPr>
            <p:cNvSpPr txBox="1"/>
            <p:nvPr/>
          </p:nvSpPr>
          <p:spPr>
            <a:xfrm>
              <a:off x="4187383" y="159403"/>
              <a:ext cx="444137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A45D40B-5788-1C63-431C-0BFE65AAAF7A}"/>
                </a:ext>
              </a:extLst>
            </p:cNvPr>
            <p:cNvSpPr txBox="1"/>
            <p:nvPr/>
          </p:nvSpPr>
          <p:spPr>
            <a:xfrm>
              <a:off x="1147501" y="2993675"/>
              <a:ext cx="444137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183EC5A-393C-15A3-9114-74853B8A01C1}"/>
                </a:ext>
              </a:extLst>
            </p:cNvPr>
            <p:cNvSpPr txBox="1"/>
            <p:nvPr/>
          </p:nvSpPr>
          <p:spPr>
            <a:xfrm>
              <a:off x="1147501" y="7110652"/>
              <a:ext cx="319912" cy="3231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  <a:endParaRPr lang="en-US" sz="15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653137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7392B-3AAB-4EC0-3E37-ABF4343AA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63541E6-FF42-87AA-0AB9-9041889FF085}"/>
              </a:ext>
            </a:extLst>
          </p:cNvPr>
          <p:cNvGrpSpPr/>
          <p:nvPr/>
        </p:nvGrpSpPr>
        <p:grpSpPr>
          <a:xfrm>
            <a:off x="1238654" y="75324"/>
            <a:ext cx="5245065" cy="8558145"/>
            <a:chOff x="1085386" y="-1988980"/>
            <a:chExt cx="6512539" cy="10626228"/>
          </a:xfrm>
        </p:grpSpPr>
        <p:pic>
          <p:nvPicPr>
            <p:cNvPr id="9" name="Picture 8" descr="A graph with purple and green dots&#10;&#10;AI-generated content may be incorrect.">
              <a:extLst>
                <a:ext uri="{FF2B5EF4-FFF2-40B4-BE49-F238E27FC236}">
                  <a16:creationId xmlns:a16="http://schemas.microsoft.com/office/drawing/2014/main" id="{A85E449D-A806-8C8C-E914-1B9B437ABE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59250" y="159404"/>
              <a:ext cx="2928133" cy="2661693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6FECCEB-E8FE-0BCB-A52C-20B26EBF4D90}"/>
                </a:ext>
              </a:extLst>
            </p:cNvPr>
            <p:cNvGrpSpPr/>
            <p:nvPr/>
          </p:nvGrpSpPr>
          <p:grpSpPr>
            <a:xfrm>
              <a:off x="1369570" y="3043958"/>
              <a:ext cx="6228355" cy="3982541"/>
              <a:chOff x="1310797" y="2653140"/>
              <a:chExt cx="6228355" cy="3982541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21A730F-B17C-B6D1-0523-1F6731D0ABC5}"/>
                  </a:ext>
                </a:extLst>
              </p:cNvPr>
              <p:cNvGrpSpPr/>
              <p:nvPr/>
            </p:nvGrpSpPr>
            <p:grpSpPr>
              <a:xfrm>
                <a:off x="1310797" y="2653140"/>
                <a:ext cx="6228355" cy="3982541"/>
                <a:chOff x="554490" y="3615271"/>
                <a:chExt cx="6113859" cy="3909330"/>
              </a:xfrm>
            </p:grpSpPr>
            <p:pic>
              <p:nvPicPr>
                <p:cNvPr id="11" name="Picture 10" descr="A screenshot of a computer screen&#10;&#10;AI-generated content may be incorrect.">
                  <a:extLst>
                    <a:ext uri="{FF2B5EF4-FFF2-40B4-BE49-F238E27FC236}">
                      <a16:creationId xmlns:a16="http://schemas.microsoft.com/office/drawing/2014/main" id="{FD9B93AF-760B-EED7-1043-6B097A3AB8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4490" y="3615271"/>
                  <a:ext cx="5863996" cy="3909330"/>
                </a:xfrm>
                <a:prstGeom prst="rect">
                  <a:avLst/>
                </a:prstGeom>
              </p:spPr>
            </p:pic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CFA5451A-FC80-ED92-6033-E786D351CCFD}"/>
                    </a:ext>
                  </a:extLst>
                </p:cNvPr>
                <p:cNvSpPr/>
                <p:nvPr/>
              </p:nvSpPr>
              <p:spPr>
                <a:xfrm>
                  <a:off x="5414901" y="4515158"/>
                  <a:ext cx="1253448" cy="19449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pic>
            <p:nvPicPr>
              <p:cNvPr id="14" name="Picture 13" descr="A screenshot of a computer screen&#10;&#10;AI-generated content may be incorrect.">
                <a:extLst>
                  <a:ext uri="{FF2B5EF4-FFF2-40B4-BE49-F238E27FC236}">
                    <a16:creationId xmlns:a16="http://schemas.microsoft.com/office/drawing/2014/main" id="{E94E23A4-32A7-4D8E-1EB7-B7B98D4402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85855" t="27534" r="4739" b="28656"/>
              <a:stretch>
                <a:fillRect/>
              </a:stretch>
            </p:blipFill>
            <p:spPr>
              <a:xfrm>
                <a:off x="6185830" y="3055884"/>
                <a:ext cx="732381" cy="2274231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29E1DEC-C1DB-2348-D289-FEF411B003D3}"/>
                </a:ext>
              </a:extLst>
            </p:cNvPr>
            <p:cNvGrpSpPr/>
            <p:nvPr/>
          </p:nvGrpSpPr>
          <p:grpSpPr>
            <a:xfrm>
              <a:off x="1259249" y="7249228"/>
              <a:ext cx="6062596" cy="1388020"/>
              <a:chOff x="1220380" y="6671487"/>
              <a:chExt cx="6062596" cy="1388020"/>
            </a:xfrm>
          </p:grpSpPr>
          <p:pic>
            <p:nvPicPr>
              <p:cNvPr id="13" name="Picture 12" descr="A close-up of a chart&#10;&#10;AI-generated content may be incorrect.">
                <a:extLst>
                  <a:ext uri="{FF2B5EF4-FFF2-40B4-BE49-F238E27FC236}">
                    <a16:creationId xmlns:a16="http://schemas.microsoft.com/office/drawing/2014/main" id="{7B9B9BCD-1D13-3E86-34A8-FDBA1A356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r="7049"/>
              <a:stretch>
                <a:fillRect/>
              </a:stretch>
            </p:blipFill>
            <p:spPr>
              <a:xfrm>
                <a:off x="1220380" y="6671487"/>
                <a:ext cx="5535802" cy="1388020"/>
              </a:xfrm>
              <a:prstGeom prst="rect">
                <a:avLst/>
              </a:prstGeom>
            </p:spPr>
          </p:pic>
          <p:pic>
            <p:nvPicPr>
              <p:cNvPr id="18" name="Picture 17" descr="A close-up of a chart&#10;&#10;AI-generated content may be incorrect.">
                <a:extLst>
                  <a:ext uri="{FF2B5EF4-FFF2-40B4-BE49-F238E27FC236}">
                    <a16:creationId xmlns:a16="http://schemas.microsoft.com/office/drawing/2014/main" id="{8A8D6877-DF52-03B5-2188-C35C67C47A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93540" r="41" b="50443"/>
              <a:stretch>
                <a:fillRect/>
              </a:stretch>
            </p:blipFill>
            <p:spPr>
              <a:xfrm>
                <a:off x="6900691" y="6694494"/>
                <a:ext cx="382285" cy="687861"/>
              </a:xfrm>
              <a:prstGeom prst="rect">
                <a:avLst/>
              </a:prstGeom>
            </p:spPr>
          </p:pic>
        </p:grpSp>
        <p:pic>
          <p:nvPicPr>
            <p:cNvPr id="22" name="Picture 21" descr="A graph of red and black dots&#10;&#10;AI-generated content may be incorrect.">
              <a:extLst>
                <a:ext uri="{FF2B5EF4-FFF2-40B4-BE49-F238E27FC236}">
                  <a16:creationId xmlns:a16="http://schemas.microsoft.com/office/drawing/2014/main" id="{D91DD014-85C1-0E87-2957-D2F5520DE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356476" y="252080"/>
              <a:ext cx="3045680" cy="2680447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DFAFD7-4A17-2737-EFA9-247B2791A7EC}"/>
                </a:ext>
              </a:extLst>
            </p:cNvPr>
            <p:cNvSpPr txBox="1"/>
            <p:nvPr/>
          </p:nvSpPr>
          <p:spPr>
            <a:xfrm>
              <a:off x="1085387" y="-1988980"/>
              <a:ext cx="444137" cy="323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80EFF7A-6F43-05D6-072D-52B53FACB036}"/>
                </a:ext>
              </a:extLst>
            </p:cNvPr>
            <p:cNvSpPr txBox="1"/>
            <p:nvPr/>
          </p:nvSpPr>
          <p:spPr>
            <a:xfrm>
              <a:off x="1085386" y="69508"/>
              <a:ext cx="444137" cy="323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61E0B3D-71B3-DECD-33B4-DD717270E6AC}"/>
                </a:ext>
              </a:extLst>
            </p:cNvPr>
            <p:cNvSpPr txBox="1"/>
            <p:nvPr/>
          </p:nvSpPr>
          <p:spPr>
            <a:xfrm>
              <a:off x="4150644" y="69508"/>
              <a:ext cx="444137" cy="323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A4DAB0E-C95A-3958-5FDF-A9038AC9F344}"/>
                </a:ext>
              </a:extLst>
            </p:cNvPr>
            <p:cNvSpPr txBox="1"/>
            <p:nvPr/>
          </p:nvSpPr>
          <p:spPr>
            <a:xfrm>
              <a:off x="1099480" y="3045445"/>
              <a:ext cx="363344" cy="4012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50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  <a:endParaRPr lang="en-US" sz="1500" dirty="0"/>
            </a:p>
          </p:txBody>
        </p:sp>
      </p:grpSp>
      <p:pic>
        <p:nvPicPr>
          <p:cNvPr id="3" name="Picture 2" descr="A diagram of a sample&#10;&#10;AI-generated content may be incorrect.">
            <a:extLst>
              <a:ext uri="{FF2B5EF4-FFF2-40B4-BE49-F238E27FC236}">
                <a16:creationId xmlns:a16="http://schemas.microsoft.com/office/drawing/2014/main" id="{CEC49270-0AD6-97D3-4567-7189160B37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6353" y="86152"/>
            <a:ext cx="4594912" cy="16907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455488A-063E-CC09-029F-3F949972700F}"/>
              </a:ext>
            </a:extLst>
          </p:cNvPr>
          <p:cNvSpPr txBox="1"/>
          <p:nvPr/>
        </p:nvSpPr>
        <p:spPr>
          <a:xfrm>
            <a:off x="1252952" y="7354003"/>
            <a:ext cx="29263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5425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C4CC111-0040-6196-F1B1-3A00994398B0}"/>
              </a:ext>
            </a:extLst>
          </p:cNvPr>
          <p:cNvGrpSpPr/>
          <p:nvPr/>
        </p:nvGrpSpPr>
        <p:grpSpPr>
          <a:xfrm>
            <a:off x="492734" y="489755"/>
            <a:ext cx="3393466" cy="3605996"/>
            <a:chOff x="186248" y="196875"/>
            <a:chExt cx="2951631" cy="3136490"/>
          </a:xfrm>
        </p:grpSpPr>
        <p:pic>
          <p:nvPicPr>
            <p:cNvPr id="5" name="Picture 4" descr="A close-up of a chart&#10;&#10;AI-generated content may be incorrect.">
              <a:extLst>
                <a:ext uri="{FF2B5EF4-FFF2-40B4-BE49-F238E27FC236}">
                  <a16:creationId xmlns:a16="http://schemas.microsoft.com/office/drawing/2014/main" id="{008A9BB9-393A-4051-B78C-C48A673E0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7820"/>
            <a:stretch>
              <a:fillRect/>
            </a:stretch>
          </p:blipFill>
          <p:spPr>
            <a:xfrm>
              <a:off x="186248" y="196875"/>
              <a:ext cx="2263940" cy="3136490"/>
            </a:xfrm>
            <a:prstGeom prst="rect">
              <a:avLst/>
            </a:prstGeom>
          </p:spPr>
        </p:pic>
        <p:pic>
          <p:nvPicPr>
            <p:cNvPr id="6" name="Picture 5" descr="A close-up of a chart&#10;&#10;AI-generated content may be incorrect.">
              <a:extLst>
                <a:ext uri="{FF2B5EF4-FFF2-40B4-BE49-F238E27FC236}">
                  <a16:creationId xmlns:a16="http://schemas.microsoft.com/office/drawing/2014/main" id="{D93B3EC0-3755-DB1E-2C93-F62CDF22E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9458" t="19905" b="60799"/>
            <a:stretch>
              <a:fillRect/>
            </a:stretch>
          </p:blipFill>
          <p:spPr>
            <a:xfrm>
              <a:off x="2582621" y="2105820"/>
              <a:ext cx="330655" cy="605214"/>
            </a:xfrm>
            <a:prstGeom prst="rect">
              <a:avLst/>
            </a:prstGeom>
          </p:spPr>
        </p:pic>
        <p:pic>
          <p:nvPicPr>
            <p:cNvPr id="7" name="Picture 6" descr="A close-up of a chart&#10;&#10;AI-generated content may be incorrect.">
              <a:extLst>
                <a:ext uri="{FF2B5EF4-FFF2-40B4-BE49-F238E27FC236}">
                  <a16:creationId xmlns:a16="http://schemas.microsoft.com/office/drawing/2014/main" id="{BEB0D69E-157C-CBA9-32B3-E56E602540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2955" t="20068" r="9669" b="20319"/>
            <a:stretch>
              <a:fillRect/>
            </a:stretch>
          </p:blipFill>
          <p:spPr>
            <a:xfrm>
              <a:off x="2592877" y="196875"/>
              <a:ext cx="545002" cy="1869757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9B1713-07A3-12A2-53FC-E8A0552438FD}"/>
              </a:ext>
            </a:extLst>
          </p:cNvPr>
          <p:cNvSpPr txBox="1"/>
          <p:nvPr/>
        </p:nvSpPr>
        <p:spPr>
          <a:xfrm>
            <a:off x="238819" y="296724"/>
            <a:ext cx="357699" cy="260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A6F586CC-C40F-B064-FA54-C34DC01A0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5149" y="489755"/>
            <a:ext cx="3434547" cy="343454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745246D-3B44-FEF2-414D-DE2D8B69CA2B}"/>
              </a:ext>
            </a:extLst>
          </p:cNvPr>
          <p:cNvSpPr txBox="1"/>
          <p:nvPr/>
        </p:nvSpPr>
        <p:spPr>
          <a:xfrm>
            <a:off x="4046299" y="265277"/>
            <a:ext cx="35769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021766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02A1F-B907-C458-5A9D-5A992A4A2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179EC357-5A02-05DB-59C2-E24A54053FC2}"/>
              </a:ext>
            </a:extLst>
          </p:cNvPr>
          <p:cNvGrpSpPr/>
          <p:nvPr/>
        </p:nvGrpSpPr>
        <p:grpSpPr>
          <a:xfrm>
            <a:off x="417668" y="296725"/>
            <a:ext cx="3459021" cy="3437076"/>
            <a:chOff x="1120422" y="1123894"/>
            <a:chExt cx="2504336" cy="2488448"/>
          </a:xfrm>
        </p:grpSpPr>
        <p:pic>
          <p:nvPicPr>
            <p:cNvPr id="14" name="Picture 13" descr="A close-up of a test&#10;&#10;AI-generated content may be incorrect.">
              <a:extLst>
                <a:ext uri="{FF2B5EF4-FFF2-40B4-BE49-F238E27FC236}">
                  <a16:creationId xmlns:a16="http://schemas.microsoft.com/office/drawing/2014/main" id="{3246F1F2-7701-0500-FAEF-F0FE825A3F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5275"/>
            <a:stretch>
              <a:fillRect/>
            </a:stretch>
          </p:blipFill>
          <p:spPr>
            <a:xfrm>
              <a:off x="1120422" y="1171949"/>
              <a:ext cx="2066737" cy="2440393"/>
            </a:xfrm>
            <a:prstGeom prst="rect">
              <a:avLst/>
            </a:prstGeom>
          </p:spPr>
        </p:pic>
        <p:pic>
          <p:nvPicPr>
            <p:cNvPr id="15" name="Picture 14" descr="A close-up of a test&#10;&#10;AI-generated content may be incorrect.">
              <a:extLst>
                <a:ext uri="{FF2B5EF4-FFF2-40B4-BE49-F238E27FC236}">
                  <a16:creationId xmlns:a16="http://schemas.microsoft.com/office/drawing/2014/main" id="{84EA7184-F74F-2048-A2AF-6B70230F60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5612" t="17896" r="8566" b="16731"/>
            <a:stretch>
              <a:fillRect/>
            </a:stretch>
          </p:blipFill>
          <p:spPr>
            <a:xfrm>
              <a:off x="3187159" y="1123894"/>
              <a:ext cx="437599" cy="1595367"/>
            </a:xfrm>
            <a:prstGeom prst="rect">
              <a:avLst/>
            </a:prstGeom>
          </p:spPr>
        </p:pic>
        <p:pic>
          <p:nvPicPr>
            <p:cNvPr id="16" name="Picture 15" descr="A close-up of a test&#10;&#10;AI-generated content may be incorrect.">
              <a:extLst>
                <a:ext uri="{FF2B5EF4-FFF2-40B4-BE49-F238E27FC236}">
                  <a16:creationId xmlns:a16="http://schemas.microsoft.com/office/drawing/2014/main" id="{510C10CF-9856-EA6C-5325-59ACC2D92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91064" t="20129" r="-150" b="54784"/>
            <a:stretch>
              <a:fillRect/>
            </a:stretch>
          </p:blipFill>
          <p:spPr>
            <a:xfrm>
              <a:off x="3195685" y="2607718"/>
              <a:ext cx="251308" cy="612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5B6F97A1-D4B4-FB75-417E-0E597440E012}"/>
              </a:ext>
            </a:extLst>
          </p:cNvPr>
          <p:cNvSpPr txBox="1"/>
          <p:nvPr/>
        </p:nvSpPr>
        <p:spPr>
          <a:xfrm>
            <a:off x="238819" y="296724"/>
            <a:ext cx="357699" cy="260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57EADE-77FA-85D8-69DE-F9E2A72E2029}"/>
              </a:ext>
            </a:extLst>
          </p:cNvPr>
          <p:cNvSpPr txBox="1"/>
          <p:nvPr/>
        </p:nvSpPr>
        <p:spPr>
          <a:xfrm>
            <a:off x="4046299" y="265277"/>
            <a:ext cx="35769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  <p:pic>
        <p:nvPicPr>
          <p:cNvPr id="3" name="Picture 2" descr="A screenshot of a screenshot of a computer screen&#10;&#10;AI-generated content may be incorrect.">
            <a:extLst>
              <a:ext uri="{FF2B5EF4-FFF2-40B4-BE49-F238E27FC236}">
                <a16:creationId xmlns:a16="http://schemas.microsoft.com/office/drawing/2014/main" id="{DBED8707-238E-3A92-C1C0-C69372131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3998" y="365200"/>
            <a:ext cx="3229645" cy="3229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3964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55</TotalTime>
  <Words>15</Words>
  <Application>Microsoft Macintosh PowerPoint</Application>
  <PresentationFormat>Custom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Sofia Guadalupe Salazar</dc:creator>
  <cp:lastModifiedBy>Sofia Guadalupe Salazar</cp:lastModifiedBy>
  <cp:revision>2</cp:revision>
  <dcterms:created xsi:type="dcterms:W3CDTF">2026-02-22T03:37:06Z</dcterms:created>
  <dcterms:modified xsi:type="dcterms:W3CDTF">2026-02-22T04:32:36Z</dcterms:modified>
</cp:coreProperties>
</file>