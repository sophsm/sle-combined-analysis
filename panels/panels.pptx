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7724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D4CE"/>
    <a:srgbClr val="B593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23"/>
    <p:restoredTop sz="94658"/>
  </p:normalViewPr>
  <p:slideViewPr>
    <p:cSldViewPr snapToGrid="0">
      <p:cViewPr>
        <p:scale>
          <a:sx n="103" d="100"/>
          <a:sy n="103" d="100"/>
        </p:scale>
        <p:origin x="64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2B502-133A-464E-BB18-69C92058EA05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17725" y="1143000"/>
            <a:ext cx="2622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F7AE9-711F-6649-9A90-AF7B910E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04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F7AE9-711F-6649-9A90-AF7B910E6B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65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47ED6-6144-90CC-693B-58F20C726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CF2BB-12C7-CECF-7F6C-F5B5E3149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C0592-FE15-7D1B-2196-D5E11F020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582C6-72FD-71EC-0D23-B136E0F5B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F7AE9-711F-6649-9A90-AF7B910E6B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23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496484"/>
            <a:ext cx="6606540" cy="3183467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4802717"/>
            <a:ext cx="5829300" cy="2207683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5991-6FE3-ED46-9EBE-413C208C89D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D4785-27CC-3C45-9F89-1D33CB5D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785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5991-6FE3-ED46-9EBE-413C208C89D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D4785-27CC-3C45-9F89-1D33CB5D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8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279653"/>
            <a:ext cx="6703695" cy="3803649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119286"/>
            <a:ext cx="6703695" cy="2000249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5991-6FE3-ED46-9EBE-413C208C89D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D4785-27CC-3C45-9F89-1D33CB5D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34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434167"/>
            <a:ext cx="330327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434167"/>
            <a:ext cx="330327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5991-6FE3-ED46-9EBE-413C208C89D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D4785-27CC-3C45-9F89-1D33CB5D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99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486835"/>
            <a:ext cx="670369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241551"/>
            <a:ext cx="3288089" cy="1098549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340100"/>
            <a:ext cx="328808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241551"/>
            <a:ext cx="3304282" cy="1098549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340100"/>
            <a:ext cx="3304282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5991-6FE3-ED46-9EBE-413C208C89D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D4785-27CC-3C45-9F89-1D33CB5D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95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5991-6FE3-ED46-9EBE-413C208C89D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D4785-27CC-3C45-9F89-1D33CB5D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0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5991-6FE3-ED46-9EBE-413C208C89D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D4785-27CC-3C45-9F89-1D33CB5D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878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09600"/>
            <a:ext cx="2506801" cy="213360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316568"/>
            <a:ext cx="3934778" cy="6498167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2743200"/>
            <a:ext cx="2506801" cy="5082117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5991-6FE3-ED46-9EBE-413C208C89D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D4785-27CC-3C45-9F89-1D33CB5D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5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09600"/>
            <a:ext cx="2506801" cy="213360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316568"/>
            <a:ext cx="3934778" cy="6498167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2743200"/>
            <a:ext cx="2506801" cy="5082117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5991-6FE3-ED46-9EBE-413C208C89D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D4785-27CC-3C45-9F89-1D33CB5D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64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5991-6FE3-ED46-9EBE-413C208C89D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D4785-27CC-3C45-9F89-1D33CB5D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486833"/>
            <a:ext cx="1675924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486833"/>
            <a:ext cx="4930616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5991-6FE3-ED46-9EBE-413C208C89D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D4785-27CC-3C45-9F89-1D33CB5D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28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486835"/>
            <a:ext cx="670369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434167"/>
            <a:ext cx="670369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8475136"/>
            <a:ext cx="174879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905991-6FE3-ED46-9EBE-413C208C89D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8475136"/>
            <a:ext cx="262318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8475136"/>
            <a:ext cx="174879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D4785-27CC-3C45-9F89-1D33CB5D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32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A25356B1-4910-AF0A-5617-51193A5603BC}"/>
              </a:ext>
            </a:extLst>
          </p:cNvPr>
          <p:cNvGrpSpPr/>
          <p:nvPr/>
        </p:nvGrpSpPr>
        <p:grpSpPr>
          <a:xfrm>
            <a:off x="304818" y="165847"/>
            <a:ext cx="6831087" cy="7703703"/>
            <a:chOff x="1147501" y="159403"/>
            <a:chExt cx="6450424" cy="727441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9597331-CED9-350F-5982-EF5E455612B7}"/>
                </a:ext>
              </a:extLst>
            </p:cNvPr>
            <p:cNvGrpSpPr/>
            <p:nvPr/>
          </p:nvGrpSpPr>
          <p:grpSpPr>
            <a:xfrm>
              <a:off x="1369570" y="3043958"/>
              <a:ext cx="6228355" cy="3982541"/>
              <a:chOff x="1310797" y="2653140"/>
              <a:chExt cx="6228355" cy="3982541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89BB9886-D214-2E2A-34B6-C87B91268B47}"/>
                  </a:ext>
                </a:extLst>
              </p:cNvPr>
              <p:cNvGrpSpPr/>
              <p:nvPr/>
            </p:nvGrpSpPr>
            <p:grpSpPr>
              <a:xfrm>
                <a:off x="1310797" y="2653140"/>
                <a:ext cx="6228355" cy="3982541"/>
                <a:chOff x="554490" y="3615271"/>
                <a:chExt cx="6113859" cy="3909330"/>
              </a:xfrm>
            </p:grpSpPr>
            <p:pic>
              <p:nvPicPr>
                <p:cNvPr id="11" name="Picture 10" descr="A screenshot of a computer screen&#10;&#10;AI-generated content may be incorrect.">
                  <a:extLst>
                    <a:ext uri="{FF2B5EF4-FFF2-40B4-BE49-F238E27FC236}">
                      <a16:creationId xmlns:a16="http://schemas.microsoft.com/office/drawing/2014/main" id="{35564584-A395-2E31-F1AA-AE72A4F3C5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54490" y="3615271"/>
                  <a:ext cx="5863996" cy="3909330"/>
                </a:xfrm>
                <a:prstGeom prst="rect">
                  <a:avLst/>
                </a:prstGeom>
              </p:spPr>
            </p:pic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B5D41E69-2864-0612-EE00-5FC93EE788BB}"/>
                    </a:ext>
                  </a:extLst>
                </p:cNvPr>
                <p:cNvSpPr/>
                <p:nvPr/>
              </p:nvSpPr>
              <p:spPr>
                <a:xfrm>
                  <a:off x="5414901" y="4515158"/>
                  <a:ext cx="1253448" cy="19449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4" name="Picture 13" descr="A screenshot of a computer screen&#10;&#10;AI-generated content may be incorrect.">
                <a:extLst>
                  <a:ext uri="{FF2B5EF4-FFF2-40B4-BE49-F238E27FC236}">
                    <a16:creationId xmlns:a16="http://schemas.microsoft.com/office/drawing/2014/main" id="{EF8C5162-38E2-77EF-17F6-E1C6CB9885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85855" t="27534" r="4739" b="28656"/>
              <a:stretch>
                <a:fillRect/>
              </a:stretch>
            </p:blipFill>
            <p:spPr>
              <a:xfrm>
                <a:off x="6185830" y="3055884"/>
                <a:ext cx="732381" cy="2274231"/>
              </a:xfrm>
              <a:prstGeom prst="rect">
                <a:avLst/>
              </a:prstGeom>
            </p:spPr>
          </p:pic>
        </p:grpSp>
        <p:pic>
          <p:nvPicPr>
            <p:cNvPr id="22" name="Picture 21" descr="A graph of red and black dots&#10;&#10;AI-generated content may be incorrect.">
              <a:extLst>
                <a:ext uri="{FF2B5EF4-FFF2-40B4-BE49-F238E27FC236}">
                  <a16:creationId xmlns:a16="http://schemas.microsoft.com/office/drawing/2014/main" id="{C94ACEA0-E2F9-05A4-D486-B912ED5AD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56476" y="252080"/>
              <a:ext cx="3045680" cy="2680447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BA9F858-87FB-C24E-B6C2-D0686303BF5B}"/>
                </a:ext>
              </a:extLst>
            </p:cNvPr>
            <p:cNvSpPr txBox="1"/>
            <p:nvPr/>
          </p:nvSpPr>
          <p:spPr>
            <a:xfrm>
              <a:off x="1147501" y="159404"/>
              <a:ext cx="444137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E7549E6-5761-1704-5738-956799BF4D62}"/>
                </a:ext>
              </a:extLst>
            </p:cNvPr>
            <p:cNvSpPr txBox="1"/>
            <p:nvPr/>
          </p:nvSpPr>
          <p:spPr>
            <a:xfrm>
              <a:off x="4187383" y="159403"/>
              <a:ext cx="444137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A45D40B-5788-1C63-431C-0BFE65AAAF7A}"/>
                </a:ext>
              </a:extLst>
            </p:cNvPr>
            <p:cNvSpPr txBox="1"/>
            <p:nvPr/>
          </p:nvSpPr>
          <p:spPr>
            <a:xfrm>
              <a:off x="1147501" y="2993675"/>
              <a:ext cx="444137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183EC5A-393C-15A3-9114-74853B8A01C1}"/>
                </a:ext>
              </a:extLst>
            </p:cNvPr>
            <p:cNvSpPr txBox="1"/>
            <p:nvPr/>
          </p:nvSpPr>
          <p:spPr>
            <a:xfrm>
              <a:off x="1147501" y="7110652"/>
              <a:ext cx="319912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en-US" sz="1500" dirty="0"/>
            </a:p>
          </p:txBody>
        </p:sp>
      </p:grpSp>
      <p:pic>
        <p:nvPicPr>
          <p:cNvPr id="7" name="Picture 6" descr="A close-up of a chart&#10;&#10;AI-generated content may be incorrect.">
            <a:extLst>
              <a:ext uri="{FF2B5EF4-FFF2-40B4-BE49-F238E27FC236}">
                <a16:creationId xmlns:a16="http://schemas.microsoft.com/office/drawing/2014/main" id="{0799CF2C-7ACB-2ECF-56DC-E21D1630CF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09" y="7527314"/>
            <a:ext cx="6064113" cy="161668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FDE7B55-F43D-450E-3EB9-1B1FBDC08245}"/>
              </a:ext>
            </a:extLst>
          </p:cNvPr>
          <p:cNvGrpSpPr/>
          <p:nvPr/>
        </p:nvGrpSpPr>
        <p:grpSpPr>
          <a:xfrm>
            <a:off x="643609" y="263993"/>
            <a:ext cx="2900276" cy="2636370"/>
            <a:chOff x="643609" y="263993"/>
            <a:chExt cx="2900276" cy="2636370"/>
          </a:xfrm>
        </p:grpSpPr>
        <p:pic>
          <p:nvPicPr>
            <p:cNvPr id="3" name="Picture 2" descr="A graph with purple and green dots&#10;&#10;AI-generated content may be incorrect.">
              <a:extLst>
                <a:ext uri="{FF2B5EF4-FFF2-40B4-BE49-F238E27FC236}">
                  <a16:creationId xmlns:a16="http://schemas.microsoft.com/office/drawing/2014/main" id="{898E2BCE-F624-4B11-0CC2-C60CF6252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3609" y="263993"/>
              <a:ext cx="2900276" cy="2636370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3BBC2E5-75B9-E558-3843-304D5A92B1B9}"/>
                </a:ext>
              </a:extLst>
            </p:cNvPr>
            <p:cNvSpPr/>
            <p:nvPr/>
          </p:nvSpPr>
          <p:spPr>
            <a:xfrm>
              <a:off x="1152041" y="2650210"/>
              <a:ext cx="1338020" cy="826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5E08BC5-3193-E7E8-9E61-365EFA75497C}"/>
                </a:ext>
              </a:extLst>
            </p:cNvPr>
            <p:cNvSpPr/>
            <p:nvPr/>
          </p:nvSpPr>
          <p:spPr>
            <a:xfrm rot="16200000">
              <a:off x="-173356" y="1293811"/>
              <a:ext cx="2134441" cy="2373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531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7392B-3AAB-4EC0-3E37-ABF4343AA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63541E6-FF42-87AA-0AB9-9041889FF085}"/>
              </a:ext>
            </a:extLst>
          </p:cNvPr>
          <p:cNvGrpSpPr/>
          <p:nvPr/>
        </p:nvGrpSpPr>
        <p:grpSpPr>
          <a:xfrm>
            <a:off x="1238654" y="75324"/>
            <a:ext cx="5245065" cy="8558145"/>
            <a:chOff x="1085386" y="-1988980"/>
            <a:chExt cx="6512539" cy="10626228"/>
          </a:xfrm>
        </p:grpSpPr>
        <p:pic>
          <p:nvPicPr>
            <p:cNvPr id="9" name="Picture 8" descr="A graph with purple and green dots&#10;&#10;AI-generated content may be incorrect.">
              <a:extLst>
                <a:ext uri="{FF2B5EF4-FFF2-40B4-BE49-F238E27FC236}">
                  <a16:creationId xmlns:a16="http://schemas.microsoft.com/office/drawing/2014/main" id="{A85E449D-A806-8C8C-E914-1B9B437AB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9250" y="159404"/>
              <a:ext cx="2928133" cy="2661693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6FECCEB-E8FE-0BCB-A52C-20B26EBF4D90}"/>
                </a:ext>
              </a:extLst>
            </p:cNvPr>
            <p:cNvGrpSpPr/>
            <p:nvPr/>
          </p:nvGrpSpPr>
          <p:grpSpPr>
            <a:xfrm>
              <a:off x="1369570" y="3043958"/>
              <a:ext cx="6228355" cy="3982541"/>
              <a:chOff x="1310797" y="2653140"/>
              <a:chExt cx="6228355" cy="3982541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C21A730F-B17C-B6D1-0523-1F6731D0ABC5}"/>
                  </a:ext>
                </a:extLst>
              </p:cNvPr>
              <p:cNvGrpSpPr/>
              <p:nvPr/>
            </p:nvGrpSpPr>
            <p:grpSpPr>
              <a:xfrm>
                <a:off x="1310797" y="2653140"/>
                <a:ext cx="6228355" cy="3982541"/>
                <a:chOff x="554490" y="3615271"/>
                <a:chExt cx="6113859" cy="3909330"/>
              </a:xfrm>
            </p:grpSpPr>
            <p:pic>
              <p:nvPicPr>
                <p:cNvPr id="11" name="Picture 10" descr="A screenshot of a computer screen&#10;&#10;AI-generated content may be incorrect.">
                  <a:extLst>
                    <a:ext uri="{FF2B5EF4-FFF2-40B4-BE49-F238E27FC236}">
                      <a16:creationId xmlns:a16="http://schemas.microsoft.com/office/drawing/2014/main" id="{FD9B93AF-760B-EED7-1043-6B097A3AB8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54490" y="3615271"/>
                  <a:ext cx="5863996" cy="3909330"/>
                </a:xfrm>
                <a:prstGeom prst="rect">
                  <a:avLst/>
                </a:prstGeom>
              </p:spPr>
            </p:pic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FA5451A-FC80-ED92-6033-E786D351CCFD}"/>
                    </a:ext>
                  </a:extLst>
                </p:cNvPr>
                <p:cNvSpPr/>
                <p:nvPr/>
              </p:nvSpPr>
              <p:spPr>
                <a:xfrm>
                  <a:off x="5414901" y="4515158"/>
                  <a:ext cx="1253448" cy="19449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4" name="Picture 13" descr="A screenshot of a computer screen&#10;&#10;AI-generated content may be incorrect.">
                <a:extLst>
                  <a:ext uri="{FF2B5EF4-FFF2-40B4-BE49-F238E27FC236}">
                    <a16:creationId xmlns:a16="http://schemas.microsoft.com/office/drawing/2014/main" id="{E94E23A4-32A7-4D8E-1EB7-B7B98D4402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85855" t="27534" r="4739" b="28656"/>
              <a:stretch>
                <a:fillRect/>
              </a:stretch>
            </p:blipFill>
            <p:spPr>
              <a:xfrm>
                <a:off x="6185830" y="3055884"/>
                <a:ext cx="732381" cy="2274231"/>
              </a:xfrm>
              <a:prstGeom prst="rect">
                <a:avLst/>
              </a:prstGeom>
            </p:spPr>
          </p:pic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29E1DEC-C1DB-2348-D289-FEF411B003D3}"/>
                </a:ext>
              </a:extLst>
            </p:cNvPr>
            <p:cNvGrpSpPr/>
            <p:nvPr/>
          </p:nvGrpSpPr>
          <p:grpSpPr>
            <a:xfrm>
              <a:off x="1259249" y="7249228"/>
              <a:ext cx="6062596" cy="1388020"/>
              <a:chOff x="1220380" y="6671487"/>
              <a:chExt cx="6062596" cy="1388020"/>
            </a:xfrm>
          </p:grpSpPr>
          <p:pic>
            <p:nvPicPr>
              <p:cNvPr id="13" name="Picture 12" descr="A close-up of a chart&#10;&#10;AI-generated content may be incorrect.">
                <a:extLst>
                  <a:ext uri="{FF2B5EF4-FFF2-40B4-BE49-F238E27FC236}">
                    <a16:creationId xmlns:a16="http://schemas.microsoft.com/office/drawing/2014/main" id="{7B9B9BCD-1D13-3E86-34A8-FDBA1A3566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r="7049"/>
              <a:stretch>
                <a:fillRect/>
              </a:stretch>
            </p:blipFill>
            <p:spPr>
              <a:xfrm>
                <a:off x="1220380" y="6671487"/>
                <a:ext cx="5535802" cy="1388020"/>
              </a:xfrm>
              <a:prstGeom prst="rect">
                <a:avLst/>
              </a:prstGeom>
            </p:spPr>
          </p:pic>
          <p:pic>
            <p:nvPicPr>
              <p:cNvPr id="18" name="Picture 17" descr="A close-up of a chart&#10;&#10;AI-generated content may be incorrect.">
                <a:extLst>
                  <a:ext uri="{FF2B5EF4-FFF2-40B4-BE49-F238E27FC236}">
                    <a16:creationId xmlns:a16="http://schemas.microsoft.com/office/drawing/2014/main" id="{8A8D6877-DF52-03B5-2188-C35C67C47A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93540" r="41" b="50443"/>
              <a:stretch>
                <a:fillRect/>
              </a:stretch>
            </p:blipFill>
            <p:spPr>
              <a:xfrm>
                <a:off x="6900691" y="6694494"/>
                <a:ext cx="382285" cy="687861"/>
              </a:xfrm>
              <a:prstGeom prst="rect">
                <a:avLst/>
              </a:prstGeom>
            </p:spPr>
          </p:pic>
        </p:grpSp>
        <p:pic>
          <p:nvPicPr>
            <p:cNvPr id="22" name="Picture 21" descr="A graph of red and black dots&#10;&#10;AI-generated content may be incorrect.">
              <a:extLst>
                <a:ext uri="{FF2B5EF4-FFF2-40B4-BE49-F238E27FC236}">
                  <a16:creationId xmlns:a16="http://schemas.microsoft.com/office/drawing/2014/main" id="{D91DD014-85C1-0E87-2957-D2F5520DE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56476" y="252080"/>
              <a:ext cx="3045680" cy="2680447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DFAFD7-4A17-2737-EFA9-247B2791A7EC}"/>
                </a:ext>
              </a:extLst>
            </p:cNvPr>
            <p:cNvSpPr txBox="1"/>
            <p:nvPr/>
          </p:nvSpPr>
          <p:spPr>
            <a:xfrm>
              <a:off x="1085387" y="-1988980"/>
              <a:ext cx="444137" cy="323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80EFF7A-6F43-05D6-072D-52B53FACB036}"/>
                </a:ext>
              </a:extLst>
            </p:cNvPr>
            <p:cNvSpPr txBox="1"/>
            <p:nvPr/>
          </p:nvSpPr>
          <p:spPr>
            <a:xfrm>
              <a:off x="1085386" y="69508"/>
              <a:ext cx="444137" cy="323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61E0B3D-71B3-DECD-33B4-DD717270E6AC}"/>
                </a:ext>
              </a:extLst>
            </p:cNvPr>
            <p:cNvSpPr txBox="1"/>
            <p:nvPr/>
          </p:nvSpPr>
          <p:spPr>
            <a:xfrm>
              <a:off x="4150644" y="69508"/>
              <a:ext cx="444137" cy="323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A4DAB0E-C95A-3958-5FDF-A9038AC9F344}"/>
                </a:ext>
              </a:extLst>
            </p:cNvPr>
            <p:cNvSpPr txBox="1"/>
            <p:nvPr/>
          </p:nvSpPr>
          <p:spPr>
            <a:xfrm>
              <a:off x="1099480" y="3045445"/>
              <a:ext cx="363344" cy="4012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en-US" sz="1500" dirty="0"/>
            </a:p>
          </p:txBody>
        </p:sp>
      </p:grpSp>
      <p:pic>
        <p:nvPicPr>
          <p:cNvPr id="3" name="Picture 2" descr="A diagram of a sample&#10;&#10;AI-generated content may be incorrect.">
            <a:extLst>
              <a:ext uri="{FF2B5EF4-FFF2-40B4-BE49-F238E27FC236}">
                <a16:creationId xmlns:a16="http://schemas.microsoft.com/office/drawing/2014/main" id="{CEC49270-0AD6-97D3-4567-7189160B37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6353" y="86152"/>
            <a:ext cx="4594912" cy="16907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55488A-063E-CC09-029F-3F949972700F}"/>
              </a:ext>
            </a:extLst>
          </p:cNvPr>
          <p:cNvSpPr txBox="1"/>
          <p:nvPr/>
        </p:nvSpPr>
        <p:spPr>
          <a:xfrm>
            <a:off x="1252952" y="7354003"/>
            <a:ext cx="29263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5425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C4CC111-0040-6196-F1B1-3A00994398B0}"/>
              </a:ext>
            </a:extLst>
          </p:cNvPr>
          <p:cNvGrpSpPr/>
          <p:nvPr/>
        </p:nvGrpSpPr>
        <p:grpSpPr>
          <a:xfrm>
            <a:off x="492734" y="489755"/>
            <a:ext cx="3393466" cy="3605996"/>
            <a:chOff x="186248" y="196875"/>
            <a:chExt cx="2951631" cy="3136490"/>
          </a:xfrm>
        </p:grpSpPr>
        <p:pic>
          <p:nvPicPr>
            <p:cNvPr id="5" name="Picture 4" descr="A close-up of a chart&#10;&#10;AI-generated content may be incorrect.">
              <a:extLst>
                <a:ext uri="{FF2B5EF4-FFF2-40B4-BE49-F238E27FC236}">
                  <a16:creationId xmlns:a16="http://schemas.microsoft.com/office/drawing/2014/main" id="{008A9BB9-393A-4051-B78C-C48A673E0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27820"/>
            <a:stretch>
              <a:fillRect/>
            </a:stretch>
          </p:blipFill>
          <p:spPr>
            <a:xfrm>
              <a:off x="186248" y="196875"/>
              <a:ext cx="2263940" cy="3136490"/>
            </a:xfrm>
            <a:prstGeom prst="rect">
              <a:avLst/>
            </a:prstGeom>
          </p:spPr>
        </p:pic>
        <p:pic>
          <p:nvPicPr>
            <p:cNvPr id="6" name="Picture 5" descr="A close-up of a chart&#10;&#10;AI-generated content may be incorrect.">
              <a:extLst>
                <a:ext uri="{FF2B5EF4-FFF2-40B4-BE49-F238E27FC236}">
                  <a16:creationId xmlns:a16="http://schemas.microsoft.com/office/drawing/2014/main" id="{D93B3EC0-3755-DB1E-2C93-F62CDF22E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458" t="19905" b="60799"/>
            <a:stretch>
              <a:fillRect/>
            </a:stretch>
          </p:blipFill>
          <p:spPr>
            <a:xfrm>
              <a:off x="2582621" y="2105820"/>
              <a:ext cx="330655" cy="605214"/>
            </a:xfrm>
            <a:prstGeom prst="rect">
              <a:avLst/>
            </a:prstGeom>
          </p:spPr>
        </p:pic>
        <p:pic>
          <p:nvPicPr>
            <p:cNvPr id="7" name="Picture 6" descr="A close-up of a chart&#10;&#10;AI-generated content may be incorrect.">
              <a:extLst>
                <a:ext uri="{FF2B5EF4-FFF2-40B4-BE49-F238E27FC236}">
                  <a16:creationId xmlns:a16="http://schemas.microsoft.com/office/drawing/2014/main" id="{BEB0D69E-157C-CBA9-32B3-E56E60254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2955" t="20068" r="9669" b="20319"/>
            <a:stretch>
              <a:fillRect/>
            </a:stretch>
          </p:blipFill>
          <p:spPr>
            <a:xfrm>
              <a:off x="2592877" y="196875"/>
              <a:ext cx="545002" cy="1869757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E9B1713-07A3-12A2-53FC-E8A0552438FD}"/>
              </a:ext>
            </a:extLst>
          </p:cNvPr>
          <p:cNvSpPr txBox="1"/>
          <p:nvPr/>
        </p:nvSpPr>
        <p:spPr>
          <a:xfrm>
            <a:off x="238819" y="296724"/>
            <a:ext cx="357699" cy="260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45246D-3B44-FEF2-414D-DE2D8B69CA2B}"/>
              </a:ext>
            </a:extLst>
          </p:cNvPr>
          <p:cNvSpPr txBox="1"/>
          <p:nvPr/>
        </p:nvSpPr>
        <p:spPr>
          <a:xfrm>
            <a:off x="4046299" y="265277"/>
            <a:ext cx="3576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pic>
        <p:nvPicPr>
          <p:cNvPr id="14" name="Picture 13" descr="A chart of different types of signals&#10;&#10;AI-generated content may be incorrect.">
            <a:extLst>
              <a:ext uri="{FF2B5EF4-FFF2-40B4-BE49-F238E27FC236}">
                <a16:creationId xmlns:a16="http://schemas.microsoft.com/office/drawing/2014/main" id="{887A4AF1-10E1-1F1E-6B36-2C873EBF4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030" y="777919"/>
            <a:ext cx="3636370" cy="290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66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02A1F-B907-C458-5A9D-5A992A4A2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179EC357-5A02-05DB-59C2-E24A54053FC2}"/>
              </a:ext>
            </a:extLst>
          </p:cNvPr>
          <p:cNvGrpSpPr/>
          <p:nvPr/>
        </p:nvGrpSpPr>
        <p:grpSpPr>
          <a:xfrm>
            <a:off x="417668" y="296725"/>
            <a:ext cx="3459021" cy="3437076"/>
            <a:chOff x="1120422" y="1123894"/>
            <a:chExt cx="2504336" cy="2488448"/>
          </a:xfrm>
        </p:grpSpPr>
        <p:pic>
          <p:nvPicPr>
            <p:cNvPr id="14" name="Picture 13" descr="A close-up of a test&#10;&#10;AI-generated content may be incorrect.">
              <a:extLst>
                <a:ext uri="{FF2B5EF4-FFF2-40B4-BE49-F238E27FC236}">
                  <a16:creationId xmlns:a16="http://schemas.microsoft.com/office/drawing/2014/main" id="{3246F1F2-7701-0500-FAEF-F0FE825A3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25275"/>
            <a:stretch>
              <a:fillRect/>
            </a:stretch>
          </p:blipFill>
          <p:spPr>
            <a:xfrm>
              <a:off x="1120422" y="1171949"/>
              <a:ext cx="2066737" cy="2440393"/>
            </a:xfrm>
            <a:prstGeom prst="rect">
              <a:avLst/>
            </a:prstGeom>
          </p:spPr>
        </p:pic>
        <p:pic>
          <p:nvPicPr>
            <p:cNvPr id="15" name="Picture 14" descr="A close-up of a test&#10;&#10;AI-generated content may be incorrect.">
              <a:extLst>
                <a:ext uri="{FF2B5EF4-FFF2-40B4-BE49-F238E27FC236}">
                  <a16:creationId xmlns:a16="http://schemas.microsoft.com/office/drawing/2014/main" id="{84EA7184-F74F-2048-A2AF-6B70230F6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5612" t="17896" r="8566" b="16731"/>
            <a:stretch>
              <a:fillRect/>
            </a:stretch>
          </p:blipFill>
          <p:spPr>
            <a:xfrm>
              <a:off x="3187159" y="1123894"/>
              <a:ext cx="437599" cy="1595367"/>
            </a:xfrm>
            <a:prstGeom prst="rect">
              <a:avLst/>
            </a:prstGeom>
          </p:spPr>
        </p:pic>
        <p:pic>
          <p:nvPicPr>
            <p:cNvPr id="16" name="Picture 15" descr="A close-up of a test&#10;&#10;AI-generated content may be incorrect.">
              <a:extLst>
                <a:ext uri="{FF2B5EF4-FFF2-40B4-BE49-F238E27FC236}">
                  <a16:creationId xmlns:a16="http://schemas.microsoft.com/office/drawing/2014/main" id="{510C10CF-9856-EA6C-5325-59ACC2D92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1064" t="20129" r="-150" b="54784"/>
            <a:stretch>
              <a:fillRect/>
            </a:stretch>
          </p:blipFill>
          <p:spPr>
            <a:xfrm>
              <a:off x="3195685" y="2607718"/>
              <a:ext cx="251308" cy="612251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B6F97A1-D4B4-FB75-417E-0E597440E012}"/>
              </a:ext>
            </a:extLst>
          </p:cNvPr>
          <p:cNvSpPr txBox="1"/>
          <p:nvPr/>
        </p:nvSpPr>
        <p:spPr>
          <a:xfrm>
            <a:off x="238819" y="296724"/>
            <a:ext cx="357699" cy="260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57EADE-77FA-85D8-69DE-F9E2A72E2029}"/>
              </a:ext>
            </a:extLst>
          </p:cNvPr>
          <p:cNvSpPr txBox="1"/>
          <p:nvPr/>
        </p:nvSpPr>
        <p:spPr>
          <a:xfrm>
            <a:off x="4046299" y="265277"/>
            <a:ext cx="3576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pic>
        <p:nvPicPr>
          <p:cNvPr id="4" name="Picture 3" descr="A chart of different colored squares&#10;&#10;AI-generated content may be incorrect.">
            <a:extLst>
              <a:ext uri="{FF2B5EF4-FFF2-40B4-BE49-F238E27FC236}">
                <a16:creationId xmlns:a16="http://schemas.microsoft.com/office/drawing/2014/main" id="{A5462735-51CB-2081-B23F-9B6095A1C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839" y="556994"/>
            <a:ext cx="3293571" cy="263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96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network&#10;&#10;AI-generated content may be incorrect.">
            <a:extLst>
              <a:ext uri="{FF2B5EF4-FFF2-40B4-BE49-F238E27FC236}">
                <a16:creationId xmlns:a16="http://schemas.microsoft.com/office/drawing/2014/main" id="{8B16194F-A981-DB99-5A96-3F620B25D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525" y="186059"/>
            <a:ext cx="3431657" cy="2530668"/>
          </a:xfrm>
          <a:prstGeom prst="rect">
            <a:avLst/>
          </a:prstGeom>
        </p:spPr>
      </p:pic>
      <p:pic>
        <p:nvPicPr>
          <p:cNvPr id="14" name="Picture 13" descr="A close-up of a chart&#10;&#10;AI-generated content may be incorrect.">
            <a:extLst>
              <a:ext uri="{FF2B5EF4-FFF2-40B4-BE49-F238E27FC236}">
                <a16:creationId xmlns:a16="http://schemas.microsoft.com/office/drawing/2014/main" id="{A8A4DDDF-9C04-F6F0-4E02-5CDA253D5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16" y="3050096"/>
            <a:ext cx="6652076" cy="3069989"/>
          </a:xfrm>
          <a:prstGeom prst="rect">
            <a:avLst/>
          </a:prstGeom>
        </p:spPr>
      </p:pic>
      <p:pic>
        <p:nvPicPr>
          <p:cNvPr id="16" name="Picture 15" descr="A white grid with blue and green squares&#10;&#10;AI-generated content may be incorrect.">
            <a:extLst>
              <a:ext uri="{FF2B5EF4-FFF2-40B4-BE49-F238E27FC236}">
                <a16:creationId xmlns:a16="http://schemas.microsoft.com/office/drawing/2014/main" id="{DDC6652F-E9DB-0A5E-8B40-0BE0FD4FC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36" y="6074010"/>
            <a:ext cx="6652077" cy="30699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21F6A7-FF1B-BA6A-8E60-C2487D34003E}"/>
              </a:ext>
            </a:extLst>
          </p:cNvPr>
          <p:cNvSpPr txBox="1"/>
          <p:nvPr/>
        </p:nvSpPr>
        <p:spPr>
          <a:xfrm>
            <a:off x="123226" y="175260"/>
            <a:ext cx="357699" cy="260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1DADEE-D1F7-EA13-A936-F03907F9B0C7}"/>
              </a:ext>
            </a:extLst>
          </p:cNvPr>
          <p:cNvSpPr txBox="1"/>
          <p:nvPr/>
        </p:nvSpPr>
        <p:spPr>
          <a:xfrm>
            <a:off x="123225" y="2952005"/>
            <a:ext cx="3576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FBBBC7B-D6F9-77FD-F40F-861670CB1D59}"/>
              </a:ext>
            </a:extLst>
          </p:cNvPr>
          <p:cNvGrpSpPr/>
          <p:nvPr/>
        </p:nvGrpSpPr>
        <p:grpSpPr>
          <a:xfrm>
            <a:off x="4141525" y="2427312"/>
            <a:ext cx="1528525" cy="524693"/>
            <a:chOff x="4193064" y="2661011"/>
            <a:chExt cx="3735096" cy="1282137"/>
          </a:xfrm>
        </p:grpSpPr>
        <p:pic>
          <p:nvPicPr>
            <p:cNvPr id="9" name="Picture 8" descr="A screenshot of a screen&#10;&#10;AI-generated content may be incorrect.">
              <a:extLst>
                <a:ext uri="{FF2B5EF4-FFF2-40B4-BE49-F238E27FC236}">
                  <a16:creationId xmlns:a16="http://schemas.microsoft.com/office/drawing/2014/main" id="{CA6D655D-818C-4A10-5C85-F0C7684EC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57965" b="14315"/>
            <a:stretch>
              <a:fillRect/>
            </a:stretch>
          </p:blipFill>
          <p:spPr>
            <a:xfrm>
              <a:off x="4767138" y="3137407"/>
              <a:ext cx="2440410" cy="29854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EF4E333-9D40-A0E5-76CE-0BB995D541A7}"/>
                </a:ext>
              </a:extLst>
            </p:cNvPr>
            <p:cNvSpPr txBox="1"/>
            <p:nvPr/>
          </p:nvSpPr>
          <p:spPr>
            <a:xfrm>
              <a:off x="7039456" y="3446111"/>
              <a:ext cx="888704" cy="4970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3.25</a:t>
              </a:r>
              <a:endParaRPr lang="en-US" sz="105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692F41-09E1-7B07-DC90-A01F9B8CBDF5}"/>
                </a:ext>
              </a:extLst>
            </p:cNvPr>
            <p:cNvSpPr txBox="1"/>
            <p:nvPr/>
          </p:nvSpPr>
          <p:spPr>
            <a:xfrm>
              <a:off x="4193064" y="3398539"/>
              <a:ext cx="888703" cy="4970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1.0</a:t>
              </a:r>
              <a:endParaRPr lang="en-US" sz="11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324A663-B077-40A9-6F6F-18CF29DF9114}"/>
                </a:ext>
              </a:extLst>
            </p:cNvPr>
            <p:cNvSpPr txBox="1"/>
            <p:nvPr/>
          </p:nvSpPr>
          <p:spPr>
            <a:xfrm>
              <a:off x="4615452" y="2661011"/>
              <a:ext cx="1779677" cy="4970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log2FC</a:t>
              </a:r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EA75F-2BF1-04F0-7FD9-FC763F17C50B}"/>
              </a:ext>
            </a:extLst>
          </p:cNvPr>
          <p:cNvSpPr txBox="1"/>
          <p:nvPr/>
        </p:nvSpPr>
        <p:spPr>
          <a:xfrm>
            <a:off x="4094291" y="171450"/>
            <a:ext cx="3576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761A32-4899-C48F-8722-52753B65917D}"/>
              </a:ext>
            </a:extLst>
          </p:cNvPr>
          <p:cNvSpPr txBox="1"/>
          <p:nvPr/>
        </p:nvSpPr>
        <p:spPr>
          <a:xfrm>
            <a:off x="123225" y="6074010"/>
            <a:ext cx="3576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FEC89B-38E8-9905-D327-C1CB72F09A62}"/>
              </a:ext>
            </a:extLst>
          </p:cNvPr>
          <p:cNvGrpSpPr/>
          <p:nvPr/>
        </p:nvGrpSpPr>
        <p:grpSpPr>
          <a:xfrm>
            <a:off x="480924" y="171450"/>
            <a:ext cx="3464371" cy="2841139"/>
            <a:chOff x="382256" y="171450"/>
            <a:chExt cx="3394730" cy="2784026"/>
          </a:xfrm>
        </p:grpSpPr>
        <p:pic>
          <p:nvPicPr>
            <p:cNvPr id="15" name="Picture 14" descr="A close-up of a graph&#10;&#10;AI-generated content may be incorrect.">
              <a:extLst>
                <a:ext uri="{FF2B5EF4-FFF2-40B4-BE49-F238E27FC236}">
                  <a16:creationId xmlns:a16="http://schemas.microsoft.com/office/drawing/2014/main" id="{7106AC4D-31B2-ED10-BD5A-160D6FDA3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12484"/>
            <a:stretch>
              <a:fillRect/>
            </a:stretch>
          </p:blipFill>
          <p:spPr>
            <a:xfrm>
              <a:off x="382256" y="171450"/>
              <a:ext cx="3248620" cy="2784026"/>
            </a:xfrm>
            <a:prstGeom prst="rect">
              <a:avLst/>
            </a:prstGeom>
          </p:spPr>
        </p:pic>
        <p:pic>
          <p:nvPicPr>
            <p:cNvPr id="20" name="Picture 19" descr="A close-up of a graph&#10;&#10;AI-generated content may be incorrect.">
              <a:extLst>
                <a:ext uri="{FF2B5EF4-FFF2-40B4-BE49-F238E27FC236}">
                  <a16:creationId xmlns:a16="http://schemas.microsoft.com/office/drawing/2014/main" id="{8AD55424-D4D5-AFA8-CD3B-6ABE96077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7787" t="31989" b="56403"/>
            <a:stretch>
              <a:fillRect/>
            </a:stretch>
          </p:blipFill>
          <p:spPr>
            <a:xfrm>
              <a:off x="3323627" y="735807"/>
              <a:ext cx="453359" cy="323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4027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775D7A3F-5A08-07A6-4D18-D8A1E8AA51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22" r="26622"/>
          <a:stretch>
            <a:fillRect/>
          </a:stretch>
        </p:blipFill>
        <p:spPr>
          <a:xfrm>
            <a:off x="266306" y="618856"/>
            <a:ext cx="7239788" cy="6057329"/>
          </a:xfrm>
          <a:prstGeom prst="rect">
            <a:avLst/>
          </a:prstGeom>
        </p:spPr>
      </p:pic>
      <p:pic>
        <p:nvPicPr>
          <p:cNvPr id="9" name="Picture 8" descr="A pink and white gradient&#10;&#10;AI-generated content may be incorrect.">
            <a:extLst>
              <a:ext uri="{FF2B5EF4-FFF2-40B4-BE49-F238E27FC236}">
                <a16:creationId xmlns:a16="http://schemas.microsoft.com/office/drawing/2014/main" id="{476EF667-2508-9E65-4EBB-31353B3D8B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05298" r="531" b="33618"/>
          <a:stretch>
            <a:fillRect/>
          </a:stretch>
        </p:blipFill>
        <p:spPr>
          <a:xfrm>
            <a:off x="586817" y="618856"/>
            <a:ext cx="1952639" cy="6182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55AF4F-B736-CAFA-3BB9-D9A95705BC7A}"/>
              </a:ext>
            </a:extLst>
          </p:cNvPr>
          <p:cNvSpPr txBox="1"/>
          <p:nvPr/>
        </p:nvSpPr>
        <p:spPr>
          <a:xfrm>
            <a:off x="2438478" y="1226509"/>
            <a:ext cx="363687" cy="203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3.25</a:t>
            </a:r>
            <a:endParaRPr lang="en-US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1248F9-1E3A-460A-59BA-F6B781BED2DE}"/>
              </a:ext>
            </a:extLst>
          </p:cNvPr>
          <p:cNvSpPr txBox="1"/>
          <p:nvPr/>
        </p:nvSpPr>
        <p:spPr>
          <a:xfrm>
            <a:off x="333096" y="1211417"/>
            <a:ext cx="36368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-2.0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2BBD2F-94C4-F427-2396-53FB9F733190}"/>
              </a:ext>
            </a:extLst>
          </p:cNvPr>
          <p:cNvSpPr txBox="1"/>
          <p:nvPr/>
        </p:nvSpPr>
        <p:spPr>
          <a:xfrm>
            <a:off x="505951" y="909596"/>
            <a:ext cx="728303" cy="203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log2FC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93FF7B-3A33-3B86-D2D2-1DBCF56CE178}"/>
              </a:ext>
            </a:extLst>
          </p:cNvPr>
          <p:cNvSpPr txBox="1"/>
          <p:nvPr/>
        </p:nvSpPr>
        <p:spPr>
          <a:xfrm>
            <a:off x="949703" y="1233500"/>
            <a:ext cx="36368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68925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etwork of information&#10;&#10;AI-generated content may be incorrect.">
            <a:extLst>
              <a:ext uri="{FF2B5EF4-FFF2-40B4-BE49-F238E27FC236}">
                <a16:creationId xmlns:a16="http://schemas.microsoft.com/office/drawing/2014/main" id="{80D82BF1-6934-08E9-2DD7-57C0BD22C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452"/>
            <a:ext cx="7772400" cy="471511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B030CF1B-59DE-9250-1524-E31A4FBC6958}"/>
              </a:ext>
            </a:extLst>
          </p:cNvPr>
          <p:cNvGrpSpPr/>
          <p:nvPr/>
        </p:nvGrpSpPr>
        <p:grpSpPr>
          <a:xfrm>
            <a:off x="269554" y="151906"/>
            <a:ext cx="2004090" cy="682861"/>
            <a:chOff x="2652573" y="6344404"/>
            <a:chExt cx="1528525" cy="520820"/>
          </a:xfrm>
        </p:grpSpPr>
        <p:pic>
          <p:nvPicPr>
            <p:cNvPr id="10" name="Picture 9" descr="A screenshot of a screen&#10;&#10;AI-generated content may be incorrect.">
              <a:extLst>
                <a:ext uri="{FF2B5EF4-FFF2-40B4-BE49-F238E27FC236}">
                  <a16:creationId xmlns:a16="http://schemas.microsoft.com/office/drawing/2014/main" id="{9221B1DD-EFBE-C509-62E2-CCDC85FA2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7965" b="14315"/>
            <a:stretch>
              <a:fillRect/>
            </a:stretch>
          </p:blipFill>
          <p:spPr>
            <a:xfrm>
              <a:off x="2887503" y="6539361"/>
              <a:ext cx="998697" cy="12217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E56E107-FD4C-9E70-189C-6D10F76ECE85}"/>
                </a:ext>
              </a:extLst>
            </p:cNvPr>
            <p:cNvSpPr txBox="1"/>
            <p:nvPr/>
          </p:nvSpPr>
          <p:spPr>
            <a:xfrm>
              <a:off x="3817411" y="6665693"/>
              <a:ext cx="363687" cy="1995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3.25</a:t>
              </a:r>
              <a:endParaRPr lang="en-US" sz="8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4D614A7-8C94-6ECF-0A9E-81305C62F1AE}"/>
                </a:ext>
              </a:extLst>
            </p:cNvPr>
            <p:cNvSpPr txBox="1"/>
            <p:nvPr/>
          </p:nvSpPr>
          <p:spPr>
            <a:xfrm>
              <a:off x="2652573" y="6646225"/>
              <a:ext cx="363687" cy="1995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1.0</a:t>
              </a:r>
              <a:endParaRPr lang="en-US" sz="2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A8D7BE-C3B9-96D7-E616-4C5C732E9EF0}"/>
                </a:ext>
              </a:extLst>
            </p:cNvPr>
            <p:cNvSpPr txBox="1"/>
            <p:nvPr/>
          </p:nvSpPr>
          <p:spPr>
            <a:xfrm>
              <a:off x="2825428" y="6344404"/>
              <a:ext cx="728303" cy="1995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log2FC</a:t>
              </a:r>
              <a:endParaRPr lang="en-US" sz="4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87682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3699</TotalTime>
  <Words>30</Words>
  <Application>Microsoft Macintosh PowerPoint</Application>
  <PresentationFormat>Custom</PresentationFormat>
  <Paragraphs>29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Guadalupe Salazar</dc:creator>
  <cp:lastModifiedBy>Sofia Guadalupe Salazar</cp:lastModifiedBy>
  <cp:revision>11</cp:revision>
  <dcterms:created xsi:type="dcterms:W3CDTF">2026-02-22T03:37:06Z</dcterms:created>
  <dcterms:modified xsi:type="dcterms:W3CDTF">2026-03-10T19:47:34Z</dcterms:modified>
</cp:coreProperties>
</file>